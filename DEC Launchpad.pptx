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374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506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190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277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672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3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212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268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022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565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4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E4B49C-C49D-5204-4072-9C6C82C166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733" r="-1" b="7458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1E95F3-726F-4E80-8707-6556793CD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238" y="1145080"/>
            <a:ext cx="9090476" cy="2179601"/>
          </a:xfrm>
        </p:spPr>
        <p:txBody>
          <a:bodyPr anchor="b"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DEC Launchpad </a:t>
            </a:r>
            <a:br>
              <a:rPr lang="en-GB">
                <a:solidFill>
                  <a:srgbClr val="FFFFFF"/>
                </a:solidFill>
              </a:rPr>
            </a:br>
            <a:r>
              <a:rPr lang="en-GB">
                <a:solidFill>
                  <a:srgbClr val="FFFFFF"/>
                </a:solidFill>
              </a:rPr>
              <a:t>Bootcamp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B10B004-02B4-052D-F837-ED7A17A86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9029" y="3774105"/>
            <a:ext cx="6190895" cy="748290"/>
          </a:xfrm>
        </p:spPr>
        <p:txBody>
          <a:bodyPr anchor="t">
            <a:normAutofit/>
          </a:bodyPr>
          <a:lstStyle/>
          <a:p>
            <a:pPr algn="ctr"/>
            <a:r>
              <a:rPr lang="en-GB" b="1" dirty="0">
                <a:solidFill>
                  <a:srgbClr val="FFFFFF"/>
                </a:solidFill>
              </a:rPr>
              <a:t>Capstone Project Presentation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491506" y="-615180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516668"/>
            <a:ext cx="4187283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969850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ubtitle 4">
            <a:extLst>
              <a:ext uri="{FF2B5EF4-FFF2-40B4-BE49-F238E27FC236}">
                <a16:creationId xmlns:a16="http://schemas.microsoft.com/office/drawing/2014/main" id="{03D21DF3-18ED-22A2-FFC3-55D05CA54B92}"/>
              </a:ext>
            </a:extLst>
          </p:cNvPr>
          <p:cNvSpPr txBox="1">
            <a:spLocks/>
          </p:cNvSpPr>
          <p:nvPr/>
        </p:nvSpPr>
        <p:spPr>
          <a:xfrm>
            <a:off x="8740877" y="6187334"/>
            <a:ext cx="3448055" cy="55759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 b="1" dirty="0">
                <a:solidFill>
                  <a:srgbClr val="FFFFFF"/>
                </a:solidFill>
              </a:rPr>
              <a:t>Presenter: Oyelaran Paul Temitope</a:t>
            </a:r>
          </a:p>
        </p:txBody>
      </p:sp>
    </p:spTree>
    <p:extLst>
      <p:ext uri="{BB962C8B-B14F-4D97-AF65-F5344CB8AC3E}">
        <p14:creationId xmlns:p14="http://schemas.microsoft.com/office/powerpoint/2010/main" val="132611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C7F7-263F-3451-6360-93D1B4E5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67EFF-D2F9-FBD2-2009-EE19331E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0077557" cy="4242709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SupplyChain360 faces fragmented, siloed data across PostgreSQL, S3, and Google Sheets, leading to poor visibility, inefficient inventory, and delayed decision-making due to manual reporting.</a:t>
            </a:r>
          </a:p>
          <a:p>
            <a:r>
              <a:rPr lang="en-GB" b="1" dirty="0"/>
              <a:t>Solution:</a:t>
            </a:r>
          </a:p>
          <a:p>
            <a:pPr algn="just"/>
            <a:r>
              <a:rPr lang="en-GB" dirty="0"/>
              <a:t>This project addresses the issue by building a unified, automated ELT data platform (Airflow, </a:t>
            </a:r>
            <a:r>
              <a:rPr lang="en-GB" dirty="0" err="1"/>
              <a:t>dbt</a:t>
            </a:r>
            <a:r>
              <a:rPr lang="en-GB" dirty="0"/>
              <a:t>,  Terraform) that centralizes data into a cloud warehouse, enabling real-time insights to optimize inventory, monitor supplier performance, and reduce revenue loss.</a:t>
            </a:r>
          </a:p>
          <a:p>
            <a:pPr algn="just"/>
            <a:r>
              <a:rPr lang="en-GB" b="1" dirty="0"/>
              <a:t>Key Deliverables:</a:t>
            </a:r>
            <a:endParaRPr lang="en-GB" dirty="0"/>
          </a:p>
          <a:p>
            <a:pPr marL="342900" indent="-77788" algn="just">
              <a:buFont typeface="Arial" panose="020B0604020202020204" pitchFamily="34" charset="0"/>
              <a:buChar char="•"/>
            </a:pPr>
            <a:r>
              <a:rPr lang="en-GB" dirty="0"/>
              <a:t>Automated ingestion pipelines that handle messy data and store history in Parquet </a:t>
            </a:r>
          </a:p>
          <a:p>
            <a:pPr marL="342900" indent="-77788" algn="just">
              <a:buFont typeface="Arial" panose="020B0604020202020204" pitchFamily="34" charset="0"/>
              <a:buChar char="•"/>
            </a:pPr>
            <a:r>
              <a:rPr lang="en-GB" dirty="0" err="1"/>
              <a:t>dbt</a:t>
            </a:r>
            <a:r>
              <a:rPr lang="en-GB" dirty="0"/>
              <a:t>-powered marts for stockouts, supplier lead times, and warehouse performance </a:t>
            </a:r>
          </a:p>
          <a:p>
            <a:pPr marL="342900" indent="-77788" algn="just">
              <a:buFont typeface="Arial" panose="020B0604020202020204" pitchFamily="34" charset="0"/>
              <a:buChar char="•"/>
            </a:pPr>
            <a:r>
              <a:rPr lang="en-GB" dirty="0"/>
              <a:t>Infrastructure fully provisioned with Terraform </a:t>
            </a:r>
          </a:p>
          <a:p>
            <a:pPr marL="342900" indent="-77788" algn="just">
              <a:buFont typeface="Arial" panose="020B0604020202020204" pitchFamily="34" charset="0"/>
              <a:buChar char="•"/>
            </a:pPr>
            <a:r>
              <a:rPr lang="en-GB" dirty="0"/>
              <a:t>CI/CD pipeline with testing</a:t>
            </a:r>
          </a:p>
          <a:p>
            <a:pPr marL="265112" algn="just"/>
            <a:r>
              <a:rPr lang="en-GB" b="1"/>
              <a:t>Impact:</a:t>
            </a:r>
          </a:p>
          <a:p>
            <a:pPr marL="265112" algn="just"/>
            <a:r>
              <a:rPr lang="en-GB"/>
              <a:t>Replaces </a:t>
            </a:r>
            <a:r>
              <a:rPr lang="en-GB" dirty="0"/>
              <a:t>manual spreadsheets with real-time insights, enabling better inventory control, reduced stockouts, and improved supplier performance—driving significant cost savings.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39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625C-43FD-94A6-4909-582C8F8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Objective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C1A63-DFA8-1190-318B-4AC6CE570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6" y="2443227"/>
            <a:ext cx="10388090" cy="3549045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300" b="1" dirty="0"/>
              <a:t>Eliminate Data Fragmentation (Source-to-Raw Layer):</a:t>
            </a:r>
            <a:r>
              <a:rPr lang="en-GB" sz="1300" dirty="0"/>
              <a:t>by building an automated ingestion pipeline that consolidates data from AWS S3, Google Sheets, and PostgreSQL into a centralized store, preserving raw data in standardized Parquet format with metadata (e.g., timestamps) while addressing historical data inconsistencies.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1300" b="1" dirty="0"/>
              <a:t>Establish an Analytical Data Warehouse (Raw-to-Mart Layer): </a:t>
            </a:r>
            <a:r>
              <a:rPr lang="en-GB" sz="1300" dirty="0"/>
              <a:t>Build a structured Data Warehouse (using a platform like </a:t>
            </a:r>
            <a:r>
              <a:rPr lang="en-GB" sz="1300" dirty="0" err="1"/>
              <a:t>BigQuery</a:t>
            </a:r>
            <a:r>
              <a:rPr lang="en-GB" sz="1300" dirty="0"/>
              <a:t>, Redshift, or Snowflake). Clean and standardize raw data before utilising </a:t>
            </a:r>
            <a:r>
              <a:rPr lang="en-GB" sz="1300" dirty="0" err="1"/>
              <a:t>dbt</a:t>
            </a:r>
            <a:r>
              <a:rPr lang="en-GB" sz="1300" dirty="0"/>
              <a:t> to model it into robust Fact and Dimension tables. This architecture must support analytical queries covering stockouts, supplier delivery performance, warehouse efficiency, and regional demand.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400" b="1" dirty="0"/>
              <a:t>Implement end-to-end orchestration with Airflow: </a:t>
            </a:r>
            <a:r>
              <a:rPr lang="en-US" altLang="en-US" sz="1400" dirty="0"/>
              <a:t>to manage extraction, loading, cleaning, transformation (via </a:t>
            </a:r>
            <a:r>
              <a:rPr lang="en-US" altLang="en-US" sz="1400" dirty="0" err="1"/>
              <a:t>dbt</a:t>
            </a:r>
            <a:r>
              <a:rPr lang="en-US" altLang="en-US" sz="1400" dirty="0"/>
              <a:t>), and data quality checks, using production-grade practices like idempotency, incremental loads, retries, and failure alerts.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305920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FF62-986C-1C80-24B2-116AEF9C3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2B305-5449-0A2E-468C-B2AED910A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6"/>
            <a:ext cx="10077557" cy="31414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 Erratic Power Supply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Poor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School Project and Exam</a:t>
            </a:r>
          </a:p>
        </p:txBody>
      </p:sp>
    </p:spTree>
    <p:extLst>
      <p:ext uri="{BB962C8B-B14F-4D97-AF65-F5344CB8AC3E}">
        <p14:creationId xmlns:p14="http://schemas.microsoft.com/office/powerpoint/2010/main" val="237733223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A6D7-BE41-F3D2-3DB2-400E36E5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DBABD-EA66-B593-BD48-F78A9486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035D9-40CB-4431-2874-AF7F831E6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1338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4CAE-AB54-F5BF-EDD5-3C0B5CDB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85EDD-9951-FF14-F9ED-7D94E95D9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Gained practical experience with cloud data warehouses and optimized them for analytical workloads.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Translated business needs into data solutions, enabling insights on stockouts, supplier performance, and inventory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Built a production-grade ELT data pipeline, gaining hands-on experience in designing scalable data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222409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4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4D6B4-58B2-B40D-01E4-14B31334A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1122363"/>
            <a:ext cx="4841669" cy="19783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THANK YOU FOR LISTENING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6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0620AED9-7BCD-C9BE-5693-4048E0C11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4872" y="555615"/>
            <a:ext cx="5677184" cy="5677184"/>
          </a:xfrm>
          <a:prstGeom prst="rect">
            <a:avLst/>
          </a:prstGeom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73830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381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Avenir Next LT Pro Light</vt:lpstr>
      <vt:lpstr>Georgia Pro Semibold</vt:lpstr>
      <vt:lpstr>RocaVTI</vt:lpstr>
      <vt:lpstr>DEC Launchpad  Bootcamp</vt:lpstr>
      <vt:lpstr>Problem Statement</vt:lpstr>
      <vt:lpstr>Project Objective </vt:lpstr>
      <vt:lpstr>Project Limitation</vt:lpstr>
      <vt:lpstr>PowerPoint Presentation</vt:lpstr>
      <vt:lpstr>Learning Outcomes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Oyelaran Temitope</dc:creator>
  <cp:lastModifiedBy>Oyelaran Temitope</cp:lastModifiedBy>
  <cp:revision>18</cp:revision>
  <dcterms:created xsi:type="dcterms:W3CDTF">2026-04-21T04:13:37Z</dcterms:created>
  <dcterms:modified xsi:type="dcterms:W3CDTF">2026-04-21T12:34:58Z</dcterms:modified>
</cp:coreProperties>
</file>